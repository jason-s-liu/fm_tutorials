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4612640" cy="3459480" type="screen4x3"/>
  <p:notesSz cx="4612640" cy="345948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 <Relationship Id="rId11" Type="http://schemas.openxmlformats.org/officeDocument/2006/relationships/slide" Target="slides/slide10.xml"/> <Relationship Id="rId12" Type="http://schemas.openxmlformats.org/officeDocument/2006/relationships/slide" Target="slides/slide11.xml"/> <Relationship Id="rId13" Type="http://schemas.openxmlformats.org/officeDocument/2006/relationships/slide" Target="slides/slide12.xml"/> <Relationship Id="rId14" Type="http://schemas.openxmlformats.org/officeDocument/2006/relationships/slide" Target="slides/slide13.xml"/> <Relationship Id="rId15" Type="http://schemas.openxmlformats.org/officeDocument/2006/relationships/slide" Target="slides/slide14.xml"/> <Relationship Id="rId16" Type="http://schemas.openxmlformats.org/officeDocument/2006/relationships/slide" Target="slides/slide15.xml"/> <Relationship Id="rId17" Type="http://schemas.openxmlformats.org/officeDocument/2006/relationships/slide" Target="slides/slide16.xml"/> <Relationship Id="rId18" Type="http://schemas.openxmlformats.org/officeDocument/2006/relationships/slide" Target="slides/slide17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1.png"/>
  <Relationship Id="rId2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2.png"/>
  <Relationship Id="rId2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3.png"/>
  <Relationship Id="rId2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4.png"/>
  <Relationship Id="rId2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5.png"/>
  <Relationship Id="rId2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6.png"/>
  <Relationship Id="rId2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7.png"/>
  <Relationship Id="rId2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8.png"/>
  <Relationship Id="rId2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9.png"/>
  <Relationship Id="rId2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10.png"/>
  <Relationship Id="rId2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11.png"/>
  <Relationship Id="rId2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12.png"/>
  <Relationship Id="rId2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13.png"/>
  <Relationship Id="rId2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14.png"/>
  <Relationship Id="rId2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15.png"/>
  <Relationship Id="rId2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16.png"/>
  <Relationship Id="rId2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17.png"/>
  <Relationship Id="rId2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6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7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8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9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0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1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2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3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4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5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lide16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lide17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2640" cy="345948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FM tutorials PDF-to-PPTX exporter</Application>
  <PresentationFormat>On-screen Show (4:3)</PresentationFormat>
  <Slides>17</Slides>
  <Notes>0</Notes>
  <HiddenSlides>0</HiddenSlides>
  <MMClips>0</MMClip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01 - Continuum</dc:title>
  <dc:creator>FM tutorials</dc:creator>
  <cp:lastModifiedBy>FM tutorials</cp:lastModifiedBy>
  <dcterms:created xsi:type="dcterms:W3CDTF">2026-08-31T08:27:07+00:00</dcterms:created>
  <dcterms:modified xsi:type="dcterms:W3CDTF">2026-08-31T08:27:07+00:00</dcterms:modified>
</cp:coreProperties>
</file>